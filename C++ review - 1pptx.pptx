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5" r:id="rId10"/>
    <p:sldId id="333" r:id="rId11"/>
    <p:sldId id="334" r:id="rId12"/>
    <p:sldId id="324" r:id="rId13"/>
  </p:sldIdLst>
  <p:sldSz cx="12192000" cy="6858000"/>
  <p:notesSz cx="6858000" cy="12192000"/>
  <p:embeddedFontLst>
    <p:embeddedFont>
      <p:font typeface="Aharoni" panose="02010803020104030203" pitchFamily="2" charset="-79"/>
      <p:bold r:id="rId15"/>
    </p:embeddedFont>
    <p:embeddedFont>
      <p:font typeface="Arial Rounded MT Bold" panose="020F0704030504030204" pitchFamily="34" charset="77"/>
      <p:regular r:id="rId16"/>
    </p:embeddedFont>
    <p:embeddedFont>
      <p:font typeface="Maiandra GD" panose="020E0502030308020204" pitchFamily="34" charset="77"/>
      <p:regular r:id="rId1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59" autoAdjust="0"/>
    <p:restoredTop sz="95388" autoAdjust="0"/>
  </p:normalViewPr>
  <p:slideViewPr>
    <p:cSldViewPr>
      <p:cViewPr varScale="1">
        <p:scale>
          <a:sx n="117" d="100"/>
          <a:sy n="117" d="100"/>
        </p:scale>
        <p:origin x="5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3B885CB-12B0-4AB7-A523-856A576656C9}" type="datetime1">
              <a:rPr lang="en-US" smtClean="0"/>
              <a:t>8/24/26</a:t>
            </a:fld>
            <a:endParaRPr lang="en-US" dirty="0"/>
          </a:p>
        </p:txBody>
      </p:sp>
    </p:spTree>
    <p:extLst>
      <p:ext uri="{7D129387-9967-4C73-939D-69EF041DFD9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20F1802-9C65-458A-8FBF-F4B557FF2340}" type="datetime1">
              <a:rPr lang="en-US" smtClean="0"/>
              <a:t>8/24/26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761D253-940C-44B0-8F51-8C8A37AEAF73}" type="datetime1">
              <a:rPr lang="en-US" smtClean="0"/>
              <a:t>8/24/26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5FF2-DAF6-4310-9A1D-797D39C1E342}" type="datetime1">
              <a:rPr lang="en-US" smtClean="0"/>
              <a:t>8/24/26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40DA9-F832-465D-86DE-FEB6803F3756}"/>
              </a:ext>
            </a:extLst>
          </p:cNvPr>
          <p:cNvSpPr txBox="1"/>
          <p:nvPr/>
        </p:nvSpPr>
        <p:spPr>
          <a:xfrm>
            <a:off x="1128694" y="1904814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800" dirty="0">
                <a:solidFill>
                  <a:srgbClr val="0000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Student Record Manager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:lc="http://schemas.openxmlformats.org/drawingml/2006/lockedCanvas"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82DE41-6288-42A5-A437-B3C890B5FD67}"/>
              </a:ext>
            </a:extLst>
          </p:cNvPr>
          <p:cNvSpPr txBox="1"/>
          <p:nvPr/>
        </p:nvSpPr>
        <p:spPr>
          <a:xfrm>
            <a:off x="1447800" y="3678954"/>
            <a:ext cx="3580610" cy="1600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0000"/>
                </a:solidFill>
                <a:latin typeface="Maiandra GD" panose="020E0502030308020204" pitchFamily="34" charset="0"/>
                <a:cs typeface="Times New Roman" panose="02020603050405020304" pitchFamily="18" charset="0"/>
              </a:rPr>
              <a:t>Course Instructor</a:t>
            </a:r>
            <a:r>
              <a:rPr lang="en-US" sz="3600" b="1" dirty="0">
                <a:solidFill>
                  <a:srgbClr val="FF0000"/>
                </a:solidFill>
                <a:latin typeface="Maiandra GD" panose="020E0502030308020204" pitchFamily="34" charset="0"/>
                <a:cs typeface="Times New Roman" panose="02020603050405020304" pitchFamily="18" charset="0"/>
              </a:rPr>
              <a:t>:</a:t>
            </a:r>
            <a:r>
              <a:rPr lang="en-US" sz="3600" b="1" dirty="0">
                <a:solidFill>
                  <a:srgbClr val="0000FF"/>
                </a:solidFill>
                <a:latin typeface="Maiandra GD" panose="020E0502030308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N.AKHILA,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endParaRPr lang="en-US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 DEPTARTMENT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193760"/>
              </p:ext>
            </p:extLst>
          </p:nvPr>
        </p:nvGraphicFramePr>
        <p:xfrm>
          <a:off x="6477000" y="4479054"/>
          <a:ext cx="5715000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9381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4015619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25B11AI494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Kappala</a:t>
                      </a:r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Hemanth Sai Venkata Vidya Sagar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25B11AI084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Baluguri</a:t>
                      </a: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Ganesh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25B11AI320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Gannabathula</a:t>
                      </a: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Sai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26B21AI0132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Ayenavalli Keerthu Praveen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D99EA6-E34B-7BF4-FAFC-DEDF17D95876}"/>
              </a:ext>
            </a:extLst>
          </p:cNvPr>
          <p:cNvSpPr txBox="1"/>
          <p:nvPr/>
        </p:nvSpPr>
        <p:spPr>
          <a:xfrm>
            <a:off x="6705600" y="3645024"/>
            <a:ext cx="252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Maiandra GD" panose="020E0502030308020204" pitchFamily="34" charset="0"/>
                <a:cs typeface="Times New Roman" panose="02020603050405020304" pitchFamily="18" charset="0"/>
              </a:rPr>
              <a:t>Presented</a:t>
            </a:r>
            <a:r>
              <a:rPr lang="en-US" sz="2800" dirty="0">
                <a:solidFill>
                  <a:srgbClr val="FF0000"/>
                </a:solidFill>
                <a:latin typeface="Maiandra GD" panose="020E0502030308020204" pitchFamily="34" charset="0"/>
                <a:cs typeface="Times New Roman" panose="02020603050405020304" pitchFamily="18" charset="0"/>
              </a:rPr>
              <a:t> By:</a:t>
            </a:r>
            <a:endParaRPr lang="en-US" dirty="0">
              <a:solidFill>
                <a:srgbClr val="FF0000"/>
              </a:solidFill>
              <a:latin typeface="Maiandra GD" panose="020E0502030308020204" pitchFamily="34" charset="0"/>
              <a:cs typeface="Times New Roman" panose="02020603050405020304" pitchFamily="18" charset="0"/>
            </a:endParaRPr>
          </a:p>
        </p:txBody>
      </p:sp>
    </p:spTree>
    <p:extLst>
      <p:ext uri="{59DB2955-81A9-4330-9517-4CB607EFC6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62500" lnSpcReduction="20000"/>
          </a:bodyPr>
          <a:lstStyle/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Project Abstract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Problem Statement &amp; Objectives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Planned Modules / Functions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Users of the system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Modules/Functionalities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Architecture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ER Diagram / DFD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Planning and Timeline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Role of each individual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1600200"/>
            <a:ext cx="10515600" cy="4531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 Manager is a C++ application designed to store and manage student records using arrays.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enter and search student details efficiently.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student marks and identifies the highest and lowest marks.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performs basic string handling operations on student information.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simple and organized way to manage and display student records.</a:t>
            </a: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5814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095566"/>
            <a:ext cx="10179915" cy="4997730"/>
          </a:xfrm>
        </p:spPr>
        <p:txBody>
          <a:bodyPr>
            <a:normAutofit fontScale="77500" lnSpcReduction="20000"/>
          </a:bodyPr>
          <a:lstStyle/>
          <a:p>
            <a:pPr marL="8001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7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student records manually can be time-consuming and difficult when the number of students increases. Searching for a particular student and analyzing marks can also take more effort. A simple C++ system is needed to store student data using arrays, search records efficiently, and identify the highest and lowest marks.</a:t>
            </a:r>
          </a:p>
          <a:p>
            <a:pPr marL="8001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400" dirty="0"/>
              <a:t>Store student data using arrays.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400" dirty="0"/>
              <a:t>Search student records using ID or name.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student marks.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400" dirty="0"/>
              <a:t>Find the highest and lowest marks.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400" dirty="0"/>
              <a:t>Perform string handling operations.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400" dirty="0"/>
              <a:t>Display student records and results clearly.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Problem Statement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66800" y="1600200"/>
            <a:ext cx="10515600" cy="4531419"/>
          </a:xfrm>
        </p:spPr>
        <p:txBody>
          <a:bodyPr>
            <a:normAutofit/>
          </a:bodyPr>
          <a:lstStyle/>
          <a:p>
            <a:pPr marL="8001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Student Data Module – Stores student details using arrays.</a:t>
            </a:r>
          </a:p>
          <a:p>
            <a:pPr marL="8001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Marks Module – Stores and manages student marks.</a:t>
            </a:r>
          </a:p>
          <a:p>
            <a:pPr marL="8001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Search Module – Searches records using ID or name.</a:t>
            </a:r>
          </a:p>
          <a:p>
            <a:pPr marL="8001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Marks Analysis Module – Finds highest and lowest marks.</a:t>
            </a:r>
          </a:p>
          <a:p>
            <a:pPr marL="8001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String Handling Module – Processes student names and text.</a:t>
            </a:r>
          </a:p>
          <a:p>
            <a:pPr marL="8001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Display Module – Displays student records and results.</a:t>
            </a: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Planned Modules / Functions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13101" y="1653026"/>
            <a:ext cx="10515600" cy="5183203"/>
          </a:xfrm>
        </p:spPr>
        <p:txBody>
          <a:bodyPr>
            <a:normAutofit/>
          </a:bodyPr>
          <a:lstStyle/>
          <a:p>
            <a:pPr marL="8001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Admin – Manages student records and system data.</a:t>
            </a:r>
          </a:p>
          <a:p>
            <a:pPr marL="8001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Faculty / Staff – Enters and updates student marks.</a:t>
            </a:r>
          </a:p>
          <a:p>
            <a:pPr marL="8001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Students – View their personal details and marks.</a:t>
            </a:r>
          </a:p>
          <a:p>
            <a:pPr marL="8001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Exam Coordinator – Reviews and analyzes student performance.</a:t>
            </a:r>
          </a:p>
          <a:p>
            <a:pPr marL="8001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Department Staff – Searches and maintains student records.</a:t>
            </a:r>
            <a:endParaRPr lang="en-US" sz="1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63299" y="6320582"/>
            <a:ext cx="1656183" cy="365125"/>
          </a:xfrm>
        </p:spPr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Users of the System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200" y="1557075"/>
            <a:ext cx="10515600" cy="4721695"/>
          </a:xfrm>
        </p:spPr>
        <p:txBody>
          <a:bodyPr>
            <a:normAutofit/>
          </a:bodyPr>
          <a:lstStyle/>
          <a:p>
            <a:pPr marL="7429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/>
              <a:t>Student Data Management – Store and manage student details and marks.</a:t>
            </a:r>
          </a:p>
          <a:p>
            <a:pPr marL="7429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/>
              <a:t>Record Display – Display all student records.</a:t>
            </a:r>
          </a:p>
          <a:p>
            <a:pPr marL="7429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/>
              <a:t>Search Function – Search for a particular student record.</a:t>
            </a:r>
          </a:p>
          <a:p>
            <a:pPr marL="7429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/>
              <a:t>Marks Analysis – Find the highest and lowest marks.</a:t>
            </a:r>
          </a:p>
          <a:p>
            <a:pPr marL="7429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/>
              <a:t>String Handling – Manage student names and text data.</a:t>
            </a:r>
          </a:p>
          <a:p>
            <a:pPr marL="7429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/>
              <a:t>Menu-Driven Interface – Select and perform different operations easily.</a:t>
            </a:r>
            <a:endParaRPr lang="en-US" sz="1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85800" y="6278770"/>
            <a:ext cx="1656183" cy="365125"/>
          </a:xfrm>
        </p:spPr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Modules /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Architecture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691640"/>
            <a:ext cx="9235440" cy="82296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algn="ctr"/>
            <a:r>
              <a:rPr sz="15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 / Menu-driven User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51460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63040" y="2880360"/>
            <a:ext cx="9235440" cy="1051560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Manager | Searching | Marks Analysis | String Handling</a:t>
            </a:r>
            <a:endParaRPr sz="1300" b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93192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63040" y="4297680"/>
            <a:ext cx="9235440" cy="822960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pPr algn="ctr"/>
            <a:r>
              <a:rPr lang="en-US"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 for student De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tails and Marks</a:t>
            </a:r>
            <a:endParaRPr sz="1500" b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ER Diagram / DFD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FAB04-F190-59DD-D4BB-3777790C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9199"/>
            <a:ext cx="10830000" cy="48049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80F6F6-94FB-7230-E452-2106F8C00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2"/>
            <a:ext cx="12187064" cy="68515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5CB963-2D3D-AB57-A873-8A9247BC3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5800"/>
            <a:ext cx="12187063" cy="68515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CF62DE-4166-20CA-EF19-248B9E1FB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" y="6421"/>
            <a:ext cx="12177461" cy="68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Planning and Timeline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948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1977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005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034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70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2091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1403" y="245596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1403" y="30396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&amp; ER Diagram Design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969760" y="3017520"/>
            <a:ext cx="2097246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343" y="3606343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77000" y="3583744"/>
            <a:ext cx="268006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403" y="4221029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34548" y="4203776"/>
            <a:ext cx="1567542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299470-F34A-8311-F318-8793BA40F142}"/>
              </a:ext>
            </a:extLst>
          </p:cNvPr>
          <p:cNvSpPr txBox="1"/>
          <p:nvPr/>
        </p:nvSpPr>
        <p:spPr>
          <a:xfrm>
            <a:off x="924343" y="4808165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9E77C-F0D1-9030-B28D-545B780DC003}"/>
              </a:ext>
            </a:extLst>
          </p:cNvPr>
          <p:cNvSpPr txBox="1"/>
          <p:nvPr/>
        </p:nvSpPr>
        <p:spPr>
          <a:xfrm>
            <a:off x="911403" y="5395301"/>
            <a:ext cx="2566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&amp; Presentation</a:t>
            </a:r>
          </a:p>
        </p:txBody>
      </p: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D635BA62-F248-E02B-517D-06B27F62D37D}"/>
              </a:ext>
            </a:extLst>
          </p:cNvPr>
          <p:cNvSpPr/>
          <p:nvPr/>
        </p:nvSpPr>
        <p:spPr>
          <a:xfrm>
            <a:off x="9679576" y="4778060"/>
            <a:ext cx="1567542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E8D95F72-1343-2D73-6C31-406B42FF1845}"/>
              </a:ext>
            </a:extLst>
          </p:cNvPr>
          <p:cNvSpPr/>
          <p:nvPr/>
        </p:nvSpPr>
        <p:spPr>
          <a:xfrm>
            <a:off x="10205376" y="536534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1DB7C37-3FB2-EB17-1C4E-EC4073B67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" y="-20666"/>
            <a:ext cx="12180026" cy="685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11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007075"/>
              </p:ext>
            </p:extLst>
          </p:nvPr>
        </p:nvGraphicFramePr>
        <p:xfrm>
          <a:off x="1596000" y="1828800"/>
          <a:ext cx="900525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25B11AI494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KAPPALA HEMANTH SAI VENKATA VIDYA SAGAR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design &amp; Student Management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25B11AI084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BALUGURI GANESH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Module &amp; File Handling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25B11AI320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GANNABATHULA SAI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&amp; Testing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0" dirty="0"/>
                        <a:t>26B21AI132 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AYENAVALLI KEERTHU PRAVEEN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&amp;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109886"/>
            <a:ext cx="9525000" cy="5367114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BADD-841F-98DA-7B1A-166F39B29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0285F-93AB-F1ED-9404-7BA7181450B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r>
              <a:rPr lang="en-US" dirty="0"/>
              <a:t>8/25/2026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9194-EE25-3196-F348-A230F71DC1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698</Words>
  <Application>Microsoft Macintosh PowerPoint</Application>
  <PresentationFormat>Widescreen</PresentationFormat>
  <Paragraphs>130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Rounded MT Bold</vt:lpstr>
      <vt:lpstr>Calibri</vt:lpstr>
      <vt:lpstr>Aharoni</vt:lpstr>
      <vt:lpstr>Times New Roman</vt:lpstr>
      <vt:lpstr>Wingdings</vt:lpstr>
      <vt:lpstr>Calibri Light</vt:lpstr>
      <vt:lpstr>Maiandra GD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keerthu ayenavalli</dc:creator>
  <cp:lastModifiedBy>25B11AI494</cp:lastModifiedBy>
  <cp:revision>108</cp:revision>
  <cp:lastPrinted>2025-09-02T05:24:44Z</cp:lastPrinted>
  <dcterms:created xsi:type="dcterms:W3CDTF">2025-05-29T13:02:32Z</dcterms:created>
  <dcterms:modified xsi:type="dcterms:W3CDTF">2026-08-24T16:30:01Z</dcterms:modified>
</cp:coreProperties>
</file>